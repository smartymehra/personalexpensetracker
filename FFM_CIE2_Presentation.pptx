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Cloud Computing | FFM CIE 2 | SY BTech Semester IV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Personal income and expenses may be difficult to track consistently.</a:t>
            </a:r>
          </a:p>
          <a:p>
            <a:pPr/>
            <a:r>
              <a:t>Users need a simple way to summarize spending, savings and budget status.</a:t>
            </a:r>
          </a:p>
          <a:p>
            <a:pPr/>
            <a:r>
              <a:t>Project prototype records transactions and presents financial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Record income and expenses.</a:t>
            </a:r>
          </a:p>
          <a:p>
            <a:pPr/>
            <a:r>
              <a:t>Calculate totals, balance and savings rate.</a:t>
            </a:r>
          </a:p>
          <a:p>
            <a:pPr/>
            <a:r>
              <a:t>Compare expenses with a monthly budget.</a:t>
            </a:r>
          </a:p>
          <a:p>
            <a:pPr/>
            <a:r>
              <a:t>Visualize spending and export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CSV fields: date, type, category, description, amount.</a:t>
            </a:r>
          </a:p>
          <a:p>
            <a:pPr/>
            <a:r>
              <a:t>Included sample is synthetic demonstration data.</a:t>
            </a:r>
          </a:p>
          <a:p>
            <a:pPr/>
            <a:r>
              <a:t>No real bank or personal financial data is used.</a:t>
            </a:r>
          </a:p>
          <a:p>
            <a:pPr/>
            <a:r>
              <a:t>External dataset citation must be added if dataset is replaced.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→ Streamlit UI → Python/Pandas calculations → CSV storage</a:t>
            </a:r>
          </a:p>
          <a:p>
            <a:pPr/>
            <a:r>
              <a:t>Plotly charts → dashboard and downloadable CSV</a:t>
            </a:r>
          </a:p>
          <a:p>
            <a:pPr/>
            <a:r>
              <a:t>Current storage is local; cloud deployment is a separate required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Technology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Python: application logic</a:t>
            </a:r>
          </a:p>
          <a:p>
            <a:pPr/>
            <a:r>
              <a:t>Streamlit: interface</a:t>
            </a:r>
          </a:p>
          <a:p>
            <a:pPr/>
            <a:r>
              <a:t>Pandas: data handling and aggregation</a:t>
            </a:r>
          </a:p>
          <a:p>
            <a:pPr/>
            <a:r>
              <a:t>Plotly: charts</a:t>
            </a:r>
          </a:p>
          <a:p>
            <a:pPr/>
            <a:r>
              <a:t>Cloud computing: deploy to cloud or use cloud storage; document actual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income and expense transactions.</a:t>
            </a:r>
          </a:p>
          <a:p>
            <a:pPr/>
            <a:r>
              <a:t>Validate zero amount.</a:t>
            </a:r>
          </a:p>
          <a:p>
            <a:pPr/>
            <a:r>
              <a:t>Check budget under/over status.</a:t>
            </a:r>
          </a:p>
          <a:p>
            <a:pPr/>
            <a:r>
              <a:t>Verify CSV download and clear action.</a:t>
            </a:r>
          </a:p>
          <a:p>
            <a:pPr/>
            <a:r>
              <a:t>Record observed results after executing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Dashboard reports income, expenses, balance and savings rate.</a:t>
            </a:r>
          </a:p>
          <a:p>
            <a:pPr/>
            <a:r>
              <a:t>Charts show category and monthly expenses.</a:t>
            </a:r>
          </a:p>
          <a:p>
            <a:pPr/>
            <a:r>
              <a:t>Sample expected totals: income ₹20,000; expenses ₹8,000; balance ₹12,000.</a:t>
            </a:r>
          </a:p>
          <a:p>
            <a:pPr/>
            <a:r>
              <a:t>Confirm totals in the running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Prototype supports basic transaction tracking and analysis.</a:t>
            </a:r>
          </a:p>
          <a:p>
            <a:pPr/>
            <a:r>
              <a:t>Future: cloud database, login, persistent budgets and recurring transactions.</a:t>
            </a:r>
          </a:p>
          <a:p>
            <a:pPr/>
            <a:r>
              <a:t>Do not claim cloud deployment until completed and evidenced.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Viva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Show adding an income and expense.</a:t>
            </a:r>
          </a:p>
          <a:p>
            <a:pPr/>
            <a:r>
              <a:t>Explain dataset columns and architecture.</a:t>
            </a:r>
          </a:p>
          <a:p>
            <a:pPr/>
            <a:r>
              <a:t>Show charts, budget status and CSV export.</a:t>
            </a:r>
          </a:p>
          <a:p>
            <a:pPr/>
            <a:r>
              <a:t>Explain limitations and cloud deployment status.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